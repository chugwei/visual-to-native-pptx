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演示系列</c:v>
                </c:pt>
              </c:strCache>
            </c:strRef>
          </c:tx>
          <c:spPr>
            <a:solidFill>
              <a:srgbClr val="55E0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4B4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3446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4B4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本页是按 skill 规则制作的原生对象演示，不是实际业务数据或独立的自动复刻性能评估。三个 cube 对象独立，流程为原生形状及文本框，柱状图为原生 chart。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本页左右各含三个 CUBE。右侧中间对象相对左侧移动，且填充变为紫色，其余对象的形状与颜色未变。没有用分隔线模拟实体。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→ NATIVE PPTX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把图片里的设计，变回能修改的对象。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文字能改，图形能动，图表有数据。每一次修改，都有对应的真实对象。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PPT 渲染 · 原生对象演示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46120" cy="3931920"/>
          </a:xfrm>
          <a:prstGeom prst="roundRect">
            <a:avLst/>
          </a:prstGeom>
          <a:solidFill>
            <a:srgbClr val="1C2732"/>
          </a:solidFill>
          <a:ln w="12700">
            <a:solidFill>
              <a:srgbClr val="1C27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148840"/>
            <a:ext cx="3776472" cy="3931920"/>
          </a:xfrm>
          <a:prstGeom prst="roundRect">
            <a:avLst/>
          </a:prstGeom>
          <a:solidFill>
            <a:srgbClr val="1C2732"/>
          </a:solidFill>
          <a:ln w="12700">
            <a:solidFill>
              <a:srgbClr val="1C27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2148840"/>
            <a:ext cx="3611880" cy="3931920"/>
          </a:xfrm>
          <a:prstGeom prst="roundRect">
            <a:avLst/>
          </a:prstGeom>
          <a:solidFill>
            <a:srgbClr val="1C2732"/>
          </a:solidFill>
          <a:ln w="12700">
            <a:solidFill>
              <a:srgbClr val="1C27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完整形状</a:t>
            </a:r>
            <a:endParaRPr lang="en-US" sz="1800" dirty="0"/>
          </a:p>
        </p:txBody>
      </p:sp>
      <p:sp>
        <p:nvSpPr>
          <p:cNvPr id="11" name="Cube bottom"/>
          <p:cNvSpPr/>
          <p:nvPr/>
        </p:nvSpPr>
        <p:spPr>
          <a:xfrm>
            <a:off x="1426464" y="4553712"/>
            <a:ext cx="1444752" cy="932688"/>
          </a:xfrm>
          <a:prstGeom prst="cube">
            <a:avLst/>
          </a:prstGeom>
          <a:solidFill>
            <a:srgbClr val="66A8F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2" name="Cube middle"/>
          <p:cNvSpPr/>
          <p:nvPr/>
        </p:nvSpPr>
        <p:spPr>
          <a:xfrm>
            <a:off x="1426464" y="3922776"/>
            <a:ext cx="1444752" cy="932688"/>
          </a:xfrm>
          <a:prstGeom prst="cube">
            <a:avLst/>
          </a:prstGeom>
          <a:solidFill>
            <a:srgbClr val="55E0B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3" name="Cube top"/>
          <p:cNvSpPr/>
          <p:nvPr/>
        </p:nvSpPr>
        <p:spPr>
          <a:xfrm>
            <a:off x="1426464" y="3291840"/>
            <a:ext cx="1444752" cy="932688"/>
          </a:xfrm>
          <a:prstGeom prst="cube">
            <a:avLst/>
          </a:prstGeom>
          <a:solidFill>
            <a:srgbClr val="FFB46A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5321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CUBE，3 个独立实体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61104" y="2414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原生流程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70832" y="3072384"/>
            <a:ext cx="3035808" cy="502920"/>
          </a:xfrm>
          <a:prstGeom prst="roundRect">
            <a:avLst/>
          </a:prstGeom>
          <a:solidFill>
            <a:srgbClr val="273E4F"/>
          </a:solidFill>
          <a:ln w="12700">
            <a:solidFill>
              <a:srgbClr val="273E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识别完整对象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0" y="3639312"/>
            <a:ext cx="347472" cy="155448"/>
          </a:xfrm>
          <a:prstGeom prst="downArrow">
            <a:avLst/>
          </a:prstGeom>
          <a:solidFill>
            <a:srgbClr val="A4B4C2"/>
          </a:solidFill>
          <a:ln w="12700">
            <a:solidFill>
              <a:srgbClr val="A4B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3831336"/>
            <a:ext cx="3035808" cy="502920"/>
          </a:xfrm>
          <a:prstGeom prst="roundRect">
            <a:avLst/>
          </a:prstGeom>
          <a:solidFill>
            <a:srgbClr val="224A44"/>
          </a:solidFill>
          <a:ln w="12700">
            <a:solidFill>
              <a:srgbClr val="224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3913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重建形状与文字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0" y="4398264"/>
            <a:ext cx="347472" cy="155448"/>
          </a:xfrm>
          <a:prstGeom prst="downArrow">
            <a:avLst/>
          </a:prstGeom>
          <a:solidFill>
            <a:srgbClr val="A4B4C2"/>
          </a:solidFill>
          <a:ln w="12700">
            <a:solidFill>
              <a:srgbClr val="A4B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4590288"/>
            <a:ext cx="3035808" cy="502920"/>
          </a:xfrm>
          <a:prstGeom prst="roundRect">
            <a:avLst/>
          </a:prstGeom>
          <a:solidFill>
            <a:srgbClr val="493D30"/>
          </a:solidFill>
          <a:ln w="12700">
            <a:solidFill>
              <a:srgbClr val="493D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46725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+ 结构检查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79392" y="5532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形状、箭头、文字分别可编辑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66176" y="2414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原生图表</a:t>
            </a:r>
            <a:endParaRPr lang="en-US" sz="18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8339328" y="3090672"/>
          <a:ext cx="2852928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8284464" y="5532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数据为演示值，可在图表中修改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E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→ NATIVE PPTX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三个立方体，就应该能分别修改。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右侧只移动并改色中间那一个。顶部、底部仍是各自完整的原生立方体。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PPT 渲染 · 原生对象演示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49240" cy="3931920"/>
          </a:xfrm>
          <a:prstGeom prst="roundRect">
            <a:avLst/>
          </a:prstGeom>
          <a:solidFill>
            <a:srgbClr val="1C2732"/>
          </a:solidFill>
          <a:ln w="12700">
            <a:solidFill>
              <a:srgbClr val="1C27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2148840"/>
            <a:ext cx="5513832" cy="3931920"/>
          </a:xfrm>
          <a:prstGeom prst="roundRect">
            <a:avLst/>
          </a:prstGeom>
          <a:solidFill>
            <a:srgbClr val="1C2732"/>
          </a:solidFill>
          <a:ln w="12700">
            <a:solidFill>
              <a:srgbClr val="1C27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432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原始状态</a:t>
            </a:r>
            <a:endParaRPr lang="en-US" sz="2000" dirty="0"/>
          </a:p>
        </p:txBody>
      </p:sp>
      <p:sp>
        <p:nvSpPr>
          <p:cNvPr id="10" name="Cube bottom"/>
          <p:cNvSpPr/>
          <p:nvPr/>
        </p:nvSpPr>
        <p:spPr>
          <a:xfrm>
            <a:off x="2148840" y="4434840"/>
            <a:ext cx="1444752" cy="932688"/>
          </a:xfrm>
          <a:prstGeom prst="cube">
            <a:avLst/>
          </a:prstGeom>
          <a:solidFill>
            <a:srgbClr val="66A8F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1" name="Cube middle"/>
          <p:cNvSpPr/>
          <p:nvPr/>
        </p:nvSpPr>
        <p:spPr>
          <a:xfrm>
            <a:off x="2148840" y="3803904"/>
            <a:ext cx="1444752" cy="932688"/>
          </a:xfrm>
          <a:prstGeom prst="cube">
            <a:avLst/>
          </a:prstGeom>
          <a:solidFill>
            <a:srgbClr val="55E0B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2" name="Cube top"/>
          <p:cNvSpPr/>
          <p:nvPr/>
        </p:nvSpPr>
        <p:spPr>
          <a:xfrm>
            <a:off x="2148840" y="3172968"/>
            <a:ext cx="1444752" cy="932688"/>
          </a:xfrm>
          <a:prstGeom prst="cube">
            <a:avLst/>
          </a:prstGeom>
          <a:solidFill>
            <a:srgbClr val="FFB46A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5595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个完整对象 · 可单独选中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4323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8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修改后：中间对象移出并改色</a:t>
            </a:r>
            <a:endParaRPr lang="en-US" sz="2000" dirty="0"/>
          </a:p>
        </p:txBody>
      </p:sp>
      <p:sp>
        <p:nvSpPr>
          <p:cNvPr id="15" name="Edited bottom unchanged"/>
          <p:cNvSpPr/>
          <p:nvPr/>
        </p:nvSpPr>
        <p:spPr>
          <a:xfrm>
            <a:off x="7324344" y="4434840"/>
            <a:ext cx="1444752" cy="932688"/>
          </a:xfrm>
          <a:prstGeom prst="cube">
            <a:avLst/>
          </a:prstGeom>
          <a:solidFill>
            <a:srgbClr val="66A8F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6" name="Edited top unchanged"/>
          <p:cNvSpPr/>
          <p:nvPr/>
        </p:nvSpPr>
        <p:spPr>
          <a:xfrm>
            <a:off x="7324344" y="3172968"/>
            <a:ext cx="1444752" cy="932688"/>
          </a:xfrm>
          <a:prstGeom prst="cube">
            <a:avLst/>
          </a:prstGeom>
          <a:solidFill>
            <a:srgbClr val="FFB46A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7" name="Edited middle moved and recolored"/>
          <p:cNvSpPr/>
          <p:nvPr/>
        </p:nvSpPr>
        <p:spPr>
          <a:xfrm>
            <a:off x="9537192" y="3803904"/>
            <a:ext cx="1444752" cy="932688"/>
          </a:xfrm>
          <a:prstGeom prst="cube">
            <a:avLst/>
          </a:prstGeom>
          <a:solidFill>
            <a:srgbClr val="BA92FF"/>
          </a:solidFill>
          <a:ln w="15240">
            <a:solidFill>
              <a:srgbClr val="0C12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4142232"/>
            <a:ext cx="402336" cy="192024"/>
          </a:xfrm>
          <a:prstGeom prst="rightArrow">
            <a:avLst/>
          </a:prstGeom>
          <a:solidFill>
            <a:srgbClr val="A4B4C2"/>
          </a:solidFill>
          <a:ln w="12700">
            <a:solidFill>
              <a:srgbClr val="A4B4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5559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4B4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完整移动、独立改色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visual-to-native-pptx — editable examples</dc:title>
  <dc:subject>Native PowerPoint object demonstration</dc:subject>
  <dc:creator>chugwei</dc:creator>
  <cp:lastModifiedBy>chugwei</cp:lastModifiedBy>
  <cp:revision>1</cp:revision>
  <dcterms:created xsi:type="dcterms:W3CDTF">2026-10-13T18:27:25Z</dcterms:created>
  <dcterms:modified xsi:type="dcterms:W3CDTF">2026-10-13T18:27:25Z</dcterms:modified>
</cp:coreProperties>
</file>